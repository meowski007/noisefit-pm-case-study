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1887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502920"/>
            <a:ext cx="4572000" cy="10881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82296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914400"/>
            <a:ext cx="3291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latin typeface="Aptos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61872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Your wearable at a glance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828800"/>
            <a:ext cx="3566160" cy="11430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993392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latin typeface="Aptos"/>
              </a:rPr>
              <a:t>●  Your data is up to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95728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latin typeface="Aptos"/>
              </a:rPr>
              <a:t>Last synced 8:42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3246120"/>
            <a:ext cx="3566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3355848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latin typeface="Aptos"/>
              </a:rPr>
              <a:t>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355848"/>
            <a:ext cx="685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Synced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4160520"/>
            <a:ext cx="3566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4270248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latin typeface="Aptos"/>
              </a:rPr>
              <a:t>Sleep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4270248"/>
            <a:ext cx="685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Synced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5074920"/>
            <a:ext cx="3566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5184648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latin typeface="Aptos"/>
              </a:rPr>
              <a:t>Heart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5184648"/>
            <a:ext cx="685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Synced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5989320"/>
            <a:ext cx="3566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6099048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latin typeface="Aptos"/>
              </a:rPr>
              <a:t>Workouts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6099048"/>
            <a:ext cx="685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Synced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7406640"/>
            <a:ext cx="3566160" cy="594360"/>
          </a:xfrm>
          <a:prstGeom prst="roundRect">
            <a:avLst/>
          </a:prstGeom>
          <a:solidFill>
            <a:srgbClr val="2F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7406640"/>
            <a:ext cx="3566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latin typeface="Aptos"/>
              </a:rPr>
              <a:t>Open Sync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1887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502920"/>
            <a:ext cx="4572000" cy="10881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82296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914400"/>
            <a:ext cx="3291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latin typeface="Aptos"/>
              </a:rPr>
              <a:t>Sync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61872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See exactly what has synced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828800"/>
            <a:ext cx="3566160" cy="10972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011680"/>
            <a:ext cx="3017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latin typeface="Aptos"/>
              </a:rPr>
              <a:t>Syncing your watch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59152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latin typeface="Aptos"/>
              </a:rPr>
              <a:t>2 of 4 data types synced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3246120"/>
            <a:ext cx="3108960" cy="109728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37360" y="3246120"/>
            <a:ext cx="1828800" cy="109728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8760" y="3657600"/>
            <a:ext cx="3566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3749039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latin typeface="Aptos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49039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Synced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4434840"/>
            <a:ext cx="3566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526279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latin typeface="Aptos"/>
              </a:rPr>
              <a:t>Heart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526279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Synced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5212080"/>
            <a:ext cx="3566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5303520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latin typeface="Aptos"/>
              </a:rPr>
              <a:t>Sleep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30352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Waiting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5989320"/>
            <a:ext cx="3566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6080759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latin typeface="Aptos"/>
              </a:rPr>
              <a:t>Workouts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6080759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Waiting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1887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502920"/>
            <a:ext cx="4572000" cy="10881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82296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914400"/>
            <a:ext cx="3291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latin typeface="Aptos"/>
              </a:rPr>
              <a:t>Partial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61872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Some data still needs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828800"/>
            <a:ext cx="3566160" cy="11430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993392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latin typeface="Aptos"/>
              </a:rPr>
              <a:t>3 of 4 data types synced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77440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latin typeface="Aptos"/>
              </a:rPr>
              <a:t>Sleep data couldn't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88920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Last successful sleep sync: 8:42 PM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3429000"/>
            <a:ext cx="3566160" cy="594360"/>
          </a:xfrm>
          <a:prstGeom prst="roundRect">
            <a:avLst/>
          </a:prstGeom>
          <a:solidFill>
            <a:srgbClr val="2F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3429000"/>
            <a:ext cx="3566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latin typeface="Aptos"/>
              </a:rPr>
              <a:t>Retry 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4206240"/>
            <a:ext cx="3566160" cy="594360"/>
          </a:xfrm>
          <a:prstGeom prst="round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206240"/>
            <a:ext cx="3566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latin typeface="Aptos"/>
              </a:rPr>
              <a:t>Reconnect watch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74920"/>
            <a:ext cx="3017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Other data remains 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1887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502920"/>
            <a:ext cx="4572000" cy="10881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82296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914400"/>
            <a:ext cx="3291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latin typeface="Aptos"/>
              </a:rPr>
              <a:t>Sync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61872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Understand what went wrong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828800"/>
            <a:ext cx="3566160" cy="19202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057400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latin typeface="Aptos"/>
              </a:rPr>
              <a:t>Sleep data couldn't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60320"/>
            <a:ext cx="2971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latin typeface="Aptos"/>
              </a:rPr>
              <a:t>Your watch is connected, but the latest sleep record has not reached the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383280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Last successful sleep sync: 8:42 PM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4160520"/>
            <a:ext cx="3566160" cy="594360"/>
          </a:xfrm>
          <a:prstGeom prst="roundRect">
            <a:avLst/>
          </a:prstGeom>
          <a:solidFill>
            <a:srgbClr val="2F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160520"/>
            <a:ext cx="3566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latin typeface="Aptos"/>
              </a:rPr>
              <a:t>Retry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983480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Still not working? Try reconnecting your watch.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1887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502920"/>
            <a:ext cx="4572000" cy="10881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82296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914400"/>
            <a:ext cx="3291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latin typeface="Aptos"/>
              </a:rPr>
              <a:t>Reconnect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61872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Guided Bluetooth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828800"/>
            <a:ext cx="3566160" cy="141732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057400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latin typeface="Aptos"/>
              </a:rPr>
              <a:t>Let's reconnect your watch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60320"/>
            <a:ext cx="29260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latin typeface="Aptos"/>
              </a:rPr>
              <a:t>1. Keep Bluetooth on</a:t>
            </a:r>
            <a:br/>
            <a:r>
              <a:t>2. Stay near your watch</a:t>
            </a:r>
            <a:br/>
            <a:r>
              <a:t>3. Follow the pairing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3657600"/>
            <a:ext cx="3566160" cy="594360"/>
          </a:xfrm>
          <a:prstGeom prst="round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657600"/>
            <a:ext cx="3566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latin typeface="Aptos"/>
              </a:rPr>
              <a:t>Reconnect 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480560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You won't lose your existing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1887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502920"/>
            <a:ext cx="4572000" cy="10881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82296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914400"/>
            <a:ext cx="3291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latin typeface="Aptos"/>
              </a:rPr>
              <a:t>Recovering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61872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NoiseFit is restoring your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828800"/>
            <a:ext cx="3566160" cy="10972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057400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latin typeface="Aptos"/>
              </a:rPr>
              <a:t>Watch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68880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latin typeface="Aptos"/>
              </a:rPr>
              <a:t>NoiseFit smartwatch • Connected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3291840"/>
            <a:ext cx="3566160" cy="594360"/>
          </a:xfrm>
          <a:prstGeom prst="roundRect">
            <a:avLst/>
          </a:prstGeom>
          <a:solidFill>
            <a:srgbClr val="2F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291840"/>
            <a:ext cx="3566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latin typeface="Aptos"/>
              </a:rPr>
              <a:t>Continue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160520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latin typeface="Aptos"/>
              </a:rPr>
              <a:t>Restoring missing data…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4617720"/>
            <a:ext cx="3108960" cy="109728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37360" y="4617720"/>
            <a:ext cx="2468880" cy="109728"/>
          </a:xfrm>
          <a:prstGeom prst="rect">
            <a:avLst/>
          </a:prstGeom>
          <a:solidFill>
            <a:srgbClr val="239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1887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502920"/>
            <a:ext cx="4572000" cy="10881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82296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914400"/>
            <a:ext cx="3291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latin typeface="Aptos"/>
              </a:rPr>
              <a:t>Sync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61872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Everything is up to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828800"/>
            <a:ext cx="3566160" cy="141732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057400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latin typeface="Aptos"/>
              </a:rPr>
              <a:t>✓  Sync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14600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latin typeface="Aptos"/>
              </a:rPr>
              <a:t>Your missing data has been restored.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80360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Last successful sync: 9:04 PM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3749039"/>
            <a:ext cx="3566160" cy="594360"/>
          </a:xfrm>
          <a:prstGeom prst="roundRect">
            <a:avLst/>
          </a:prstGeom>
          <a:solidFill>
            <a:srgbClr val="2F6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3566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latin typeface="Aptos"/>
              </a:rPr>
              <a:t>Back to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709160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latin typeface="Aptos"/>
              </a:rPr>
              <a:t>Was this helpful?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120640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latin typeface="Aptos"/>
              </a:rPr>
              <a:t>Yes        Not really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1887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3000" y="502920"/>
            <a:ext cx="4572000" cy="10881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82296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914400"/>
            <a:ext cx="3291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latin typeface="Aptos"/>
              </a:rPr>
              <a:t>Sync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61872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Review recent sync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28800"/>
            <a:ext cx="3566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latin typeface="Aptos"/>
              </a:rPr>
              <a:t>Recent sync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2423160"/>
            <a:ext cx="3566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514600"/>
            <a:ext cx="19202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latin typeface="Aptos"/>
              </a:rPr>
              <a:t>Today, 9:04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51460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3291839"/>
            <a:ext cx="3566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3383280"/>
            <a:ext cx="19202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latin typeface="Aptos"/>
              </a:rPr>
              <a:t>Today, 8:42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38328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Partial sync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4160520"/>
            <a:ext cx="3566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4251960"/>
            <a:ext cx="19202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latin typeface="Aptos"/>
              </a:rPr>
              <a:t>Today, 7:18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25196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Success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5029200"/>
            <a:ext cx="3566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5120640"/>
            <a:ext cx="19202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latin typeface="Aptos"/>
              </a:rPr>
              <a:t>Yesterday, 11:03 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12064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latin typeface="Aptos"/>
              </a:rPr>
              <a:t>Reconnect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6126480"/>
            <a:ext cx="35661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latin typeface="Aptos"/>
              </a:rPr>
              <a:t>Sync History helps you see patterns in failed or delayed syncs.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